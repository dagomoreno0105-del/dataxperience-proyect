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10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43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F5F8244-6C40-553E-1AA8-209D49C21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8766"/>
            <a:ext cx="18321482" cy="102682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</Words>
  <Application>Microsoft Office PowerPoint</Application>
  <PresentationFormat>Personalizado</PresentationFormat>
  <Paragraphs>14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CATALINA ROMERO ROSERO</cp:lastModifiedBy>
  <cp:revision>2</cp:revision>
  <dcterms:created xsi:type="dcterms:W3CDTF">2026-09-13T13:33:25Z</dcterms:created>
  <dcterms:modified xsi:type="dcterms:W3CDTF">2026-09-13T18:55:18Z</dcterms:modified>
</cp:coreProperties>
</file>